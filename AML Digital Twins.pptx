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1.xml"/><Relationship Id="rId3" Type="http://schemas.openxmlformats.org/officeDocument/2006/relationships/image" Target="../media/image2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4.xml"/><Relationship Id="rId3" Type="http://schemas.openxmlformats.org/officeDocument/2006/relationships/image" Target="../media/image3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7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8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de-DE" altLang="en-US">
                <a:latin typeface="Calibri" panose="020F0502020204030204" charset="0"/>
              </a:rPr>
              <a:t>AML Digital Twins</a:t>
            </a:r>
            <a:endParaRPr lang="de-DE" altLang="en-US">
              <a:latin typeface="Calibri" panose="020F050202020403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>
            <a:normAutofit lnSpcReduction="10000"/>
          </a:bodyPr>
          <a:p>
            <a:r>
              <a:rPr lang="de-DE" altLang="en-US">
                <a:latin typeface="Calibri" panose="020F0502020204030204" charset="0"/>
              </a:rPr>
              <a:t>Shmulevich Lab</a:t>
            </a:r>
            <a:endParaRPr lang="de-DE" altLang="en-US">
              <a:latin typeface="Calibri" panose="020F0502020204030204" charset="0"/>
            </a:endParaRPr>
          </a:p>
          <a:p>
            <a:r>
              <a:rPr lang="en-US" altLang="en-US" spc="0">
                <a:solidFill>
                  <a:schemeClr val="tx1"/>
                </a:solidFill>
                <a:latin typeface="Calibri" panose="020F0502020204030204" charset="0"/>
                <a:sym typeface="+mn-ea"/>
              </a:rPr>
              <a:t>https://reporter.nih.gov/project-details/11492240#details</a:t>
            </a:r>
            <a:endParaRPr lang="en-US" altLang="en-US" spc="0">
              <a:solidFill>
                <a:schemeClr val="tx1"/>
              </a:solidFill>
              <a:latin typeface="Calibri" panose="020F0502020204030204" charset="0"/>
              <a:sym typeface="+mn-ea"/>
            </a:endParaRPr>
          </a:p>
          <a:p>
            <a:endParaRPr lang="en-US" altLang="en-US" spc="0">
              <a:solidFill>
                <a:schemeClr val="tx1"/>
              </a:solidFill>
              <a:latin typeface="Calibri" panose="020F05020202040302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3390" y="920115"/>
            <a:ext cx="1091755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11810" y="864235"/>
            <a:ext cx="11168380" cy="512953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380365" y="773430"/>
            <a:ext cx="11637010" cy="531050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de-DE" altLang="en-US" spc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Calibri" panose="020F0502020204030204" charset="0"/>
              </a:rPr>
              <a:t>Relevant Projects with Publicly Available Software/Framework</a:t>
            </a:r>
            <a:endParaRPr lang="de-DE" altLang="en-US" spc="0">
              <a:solidFill>
                <a:schemeClr val="tx1">
                  <a:lumMod val="85000"/>
                  <a:lumOff val="15000"/>
                </a:schemeClr>
              </a:solidFill>
              <a:uFillTx/>
              <a:latin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46405" y="2135505"/>
            <a:ext cx="10968990" cy="102616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405" y="3388360"/>
            <a:ext cx="9997440" cy="64008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664210" y="1540510"/>
            <a:ext cx="71907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https://isbscience.org/software-downloads/</a:t>
            </a:r>
            <a:endParaRPr lang="en-US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405" y="4255135"/>
            <a:ext cx="10876915" cy="67754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405" y="5159375"/>
            <a:ext cx="10670540" cy="153733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809750" y="1313815"/>
            <a:ext cx="8220075" cy="46659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WPS Presentation</Application>
  <PresentationFormat>Widescreen</PresentationFormat>
  <Paragraphs>10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AML Digital Twins</dc:title>
  <dc:creator>ayca2</dc:creator>
  <cp:lastModifiedBy>ayca2</cp:lastModifiedBy>
  <cp:revision>2</cp:revision>
  <dcterms:created xsi:type="dcterms:W3CDTF">2026-07-06T09:38:19Z</dcterms:created>
  <dcterms:modified xsi:type="dcterms:W3CDTF">2026-07-06T09:38:30Z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FC949177D84146E3BFC0CF434CEDCEDD_11</vt:lpwstr>
  </property>
</Properties>
</file>